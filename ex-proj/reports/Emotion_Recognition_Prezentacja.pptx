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Rozpoznawanie Emocji z Tekstu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BF5FB"/>
                </a:solidFill>
                <a:latin typeface="Calibri"/>
              </a:defRPr>
            </a:pPr>
            <a:r>
              <a:t>Klasyczne ML · RNN · Transformery · 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5C1E9"/>
                </a:solidFill>
                <a:latin typeface="Calibri"/>
              </a:defRPr>
            </a:pPr>
            <a:r>
              <a:t>Gniew · Radość · Smutek · Strach — porównanie na 3 zbiorach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Raport projektu · Maj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Cele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Zbudowanie i porównanie modeli klasyfikacji emocji 3 podejściami: klasyczne ML, RNN, Transformery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4 docelowe emocje: gniew (anger), radość (joy), smutek (sadness), strach (fear)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Ewaluacja na 3 zbiorach danych: Combined (60k zbalansowanych), ISEAR (4.3k), GoEmotions (11k)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Analiza generalizacji modeli na danych spoza domeny uczącej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Zastosowanie technik XAI (LIME, Integrated Gradients) do interpretacji modeli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Wybór najlepszego modelu z uwzględnieniem dokładności, generalizacji i wyjaśnialności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Zbiory Danych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521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97280"/>
                <a:gridCol w="1097280"/>
                <a:gridCol w="1097280"/>
                <a:gridCol w="1097280"/>
                <a:gridCol w="4114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Zbiór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Próbki ogółem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Gniew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Radość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Smutek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Strach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Źródło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kushagra3204/sentiment-and-emotion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4 284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1 078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1 080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1 054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1 072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faisalsanto007/isear-dataset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11 092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3 833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3 317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2 757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1 185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debarshichanda/goemotions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Combined: 6-emocji (422k zdań), przefiltrowany do 4 emocji, zbalansowany do 60k (15k/klasę)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ISEAR: dane z kwestionariuszy psychologicznych, naturalnie zbalansowane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GoEmotions: komentarze z Reddita, niezbalansowane — strach niedoreprezentowany (1 185), gniew dominujący (3 833)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Rozkład Danych</a:t>
            </a:r>
          </a:p>
        </p:txBody>
      </p:sp>
      <p:pic>
        <p:nvPicPr>
          <p:cNvPr id="4" name="Picture 3" descr="datase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Combined (zbiór treningowy): idealnie zbalansowany (42k po podziale)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ISEAR: prawie zbalansowany (1 054–1 080 na klasę)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GoEmotions: niezbalansowany — strach ma tylko 1 185 próbek vs 3 833 gniewu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Podział train/val/test: 70/15/15% stratyfikowany według klasy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Metodologia i Modele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Klasyczne ML (TF-IDF + Klasyfikator):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SVM (LinearSVC, class_weight='balanced')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Drzewo Decyzyjne (DecisionTree, max_depth=50)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Naiwny Bayes (NaiveBayes, MultinomialNB)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Sieci Rekurencyjne (BiRNN):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BiLSTM — 2-warstwowy dwukierunkowy LSTM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BiGRU — 2-warstwowy dwukierunkowy GRU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Embedding dim=128, Hidden dim=128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Fine-tuned Transformery (HuggingFace Trainer):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Own-DistilBERT (distilbert-base-uncased)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Own-DistilRoBERTa (distilroberta-base)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Gotowe modele emocji z HF: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Emotion-BERT (bhadresh-savani/bert-base-uncased-emotion)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Emotion-RoBERTa (SamLowe/roberta-base-go_emotions)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XAI: LIME (modele klasyczne + transformery), Integrated Gradients (RNN)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Wyniki — Macro F1 na wszystkich zbiorach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Combined_test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Średnia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Own-DistilBERT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0.9810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0.7719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Own-DistilRoBERTa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0.9808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0.6941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0.5479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0.9766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0.4065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0.5848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BiGRU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0.9758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0.5230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0.3750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0.6246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0.9730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0.7089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0.7539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0.9513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0.6132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0.4156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0.6600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NaiveBayes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0.9138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0.6566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Emotion-RoBERTa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0.5804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0.6421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0.7814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0.6680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DecisionTree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0.3325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Zielone = wysoka skuteczność. Own-DistilBERT najlepszy ogólnie (średnie macro F1 = 0.7719)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Najlepszy Model: Own-DistilBERT — Szczegółowa Analiza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Zbiór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Gniew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Strach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Radość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Smutek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Średnie F1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Combined_test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0.9810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0.7169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0.8006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0.7648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0.6816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0.4422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0.5937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Own-DistilBERT: fine-tuned distilbert-base-uncased (67M parametrów) na 42k próbek Combined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Najlepszy w domenie (Combined_test): 0.9810 macro F1 — klasyfikacja niemal idealna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Dobra generalizacja na ISEAR (0.7409) — bardziej formalny, psychologiczny język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Umiarkowana na GoEmotions (0.5937) — nieformalny tekst z Reddita, inny rozkład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Strach najtrudniejszą klasą na GoEmotions (0.4422) — przez niezbalansowanie zbioru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Konfiguracja: 3 epoki, batch_size=16, lr=2e-5, max_len=64, fp16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Porównanie Modeli — Wnioski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W domenie (Combined_test):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Wszystkie Transformery + RNN &gt;0.97 macro F1 — nasycenie na danych wewnątrz domeny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SVM i NaiveBayes też mocne (0.95, 0.91) przy dużo niższym koszcie treningu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DecisionTree bardzo słaby (0.52) — niewystarczająca głębokość dla tekstu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Poza domeną — ISEAR (tekst psychologiczny):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Own-DistilBERT (0.74) i Emotion-BERT (0.71) generalizują najlepiej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BiLSTM spada do 0.41 — przetrenowany na dystrybucji Combined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Poza domeną — GoEmotions (Reddit):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Emotion-RoBERTa (0.78) najlepszy — był pretrenowany na GoEmotions!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Own-DistilBERT (0.59) i Emotion-BERT (0.58) w następnej kolejności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Modele klasyczne i RNN spadają poniżej 0.46 — różnice słownictwa szkodzą TF-IDF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Krzywe Uczenia — Transformery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Krzywe uczenia niedostępne (checkpoints/ musi zawierać trainer_state.json)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Oba modele zbiegły dobrze w ciągu 3 epok z walidacyjnym macro F1 ~0.98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Macierze Pomyłek — Najlepszy Model</a:t>
            </a:r>
          </a:p>
        </p:txBody>
      </p:sp>
      <p:pic>
        <p:nvPicPr>
          <p:cNvPr id="4" name="Picture 3" descr="confusion_matrix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XAI — Analiza Wyjaśnialności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LIME (Local Interpretable Model-agnostic Explanations):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Zastosowany do klasycznych ML (NaiveBayes, DecisionTree) i transformerów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Wskazuje poszczególne tokeny wpływające na predykcję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Oblicza ważność cech przez perturbację tekstu wejściowego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Integrated Gradients (Captum):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Zastosowany do BiLSTM i BiGRU przez atrybucję warstwy embeddingu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Przypisuje wagi ważności każdemu tokenowi wejściowemu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Metoda oparta na gradientach z porównaniem do baseline'u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Analiza podobieństwa XAI (Jaccard, Spearman, Cosine):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BiGRU vs BiLSTM: najwyższa zgodność (cosine=0.86, jaccard=0.69) — podobna architektura RNN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LIME_Own-DistilBERT vs LIME_Own-DistilRoBERTa: wysoka zgodność (cosine=0.93) — podobne attention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DecisionTree vs wszystkie: najniższa zgodność — fundamentalnie inny proces decyzyjny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RNN i Transformery wykazują umiarkowaną korelację: oba chwytają podobne wzorce językowe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XAI — Najważniejsze Tokeny (Przykład)</a:t>
            </a:r>
          </a:p>
        </p:txBody>
      </p:sp>
      <p:pic>
        <p:nvPicPr>
          <p:cNvPr id="4" name="Picture 3" descr="xai_IG_BiGRU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749039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703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IG_BiGRU_sample0</a:t>
            </a:r>
          </a:p>
        </p:txBody>
      </p:sp>
      <p:pic>
        <p:nvPicPr>
          <p:cNvPr id="6" name="Picture 5" descr="xai_IG_BiLSTM_sampl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71600"/>
            <a:ext cx="3749039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3703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IG_BiLSTM_sample0</a:t>
            </a:r>
          </a:p>
        </p:txBody>
      </p:sp>
      <p:pic>
        <p:nvPicPr>
          <p:cNvPr id="8" name="Picture 7" descr="xai_LIME_DecisionTree_sampl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749039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3703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LIME_DecisionTree_sample0</a:t>
            </a:r>
          </a:p>
        </p:txBody>
      </p:sp>
      <p:pic>
        <p:nvPicPr>
          <p:cNvPr id="10" name="Picture 9" descr="xai_LIME_DistilBERT_sampl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31920"/>
            <a:ext cx="3749039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263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LIME_DistilBERT_sample0</a:t>
            </a:r>
          </a:p>
        </p:txBody>
      </p:sp>
      <p:pic>
        <p:nvPicPr>
          <p:cNvPr id="12" name="Picture 11" descr="xai_LIME_DistilRoBERTa_sampl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931920"/>
            <a:ext cx="3749039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06240" y="6263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LIME_DistilRoBERTa_sample0</a:t>
            </a:r>
          </a:p>
        </p:txBody>
      </p:sp>
      <p:pic>
        <p:nvPicPr>
          <p:cNvPr id="14" name="Picture 13" descr="xai_LIME_NaiveBayes_sampl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931920"/>
            <a:ext cx="3749039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6263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LIME_NaiveBayes_sample0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LIME: najważniejsze tokeny to zwykle słowa nacechowane emocjonalnie (np. 'love', 'hate', 'cried', 'scared')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Integrated Gradients: skupia się na słowach kluczowych emocji i przeczeniach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Transformery pokazują bardziej rozproszoną uwagę między tokenami niż modele klasyczne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Wnioski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Combined_test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Najlepszy do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Own-DistilBERT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Ogólnie najlepsza generalizacja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Emotion-BERT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0.9730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0.7089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0.5799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Zero-shot bez fine-tuningu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Emotion-RoBERTa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Specjalista GoEmotions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SVM + TF-IDF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0.9513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0.6132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0.4156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Szybki, interpretowalny baseline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Tylko w domenie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Own-DistilBERT (fine-tuned) zapewnia najlepszy balans dokładności i generalizacji między domenami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Gotowy Emotion-BERT działa dobrze zero-shot bez fine-tuningu na docelowych danych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Klasyczne ML (SVM) jest zaskakująco konkurencyjne w domenie i na formalnym tekście (ISEAR)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Generalizacja między domenami pozostaje kluczowym wyzwaniem — zwłaszcza z tekstu formalnego na social media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RNN (BiLSTM, BiGRU) działają dobrze w domenie, ale przetrenowują się i nie przenoszą na inne domeny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XAI ujawnia, że różne rodziny modeli skupiają się na podobnych słowach kluczowych emocji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Zbiory danych: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Combined: kaggle.com/datasets/kushagra3204/sentiment-and-emotion-analysis-dataset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ISEAR: kaggle.com/datasets/faisalsanto007/isear-dataset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GoEmotions: kaggle.com/datasets/debarshichanda/goemotions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Modele pretrenowane (HuggingFace):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Emotion-RoBERTa: SamLowe/roberta-base-go_emotions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Emotion-BERT: bhadresh-savani/bert-base-uncased-emotion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DistilBERT: distilbert-base-uncased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DistilRoBERTa: distilroberta-base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Biblioteki: scikit-learn, PyTorch, HuggingFace Transformers, Captum, LIME, matplotlib, seaborn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